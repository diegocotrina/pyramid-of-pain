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419550"/>
            <a:ext cx="76848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79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been identified as malicious? Explain why or why not.</a:t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This file is malicious. Multiple vendors (58/72) as of 6th of Jan 2026, have reported this file as malicious on VirusTotal. Additionally, the community score is -278. Most of the reports indicate this </a:t>
            </a:r>
            <a:r>
              <a:rPr lang="en">
                <a:solidFill>
                  <a:srgbClr val="434343"/>
                </a:solidFill>
              </a:rPr>
              <a:t>malware</a:t>
            </a:r>
            <a:r>
              <a:rPr lang="en">
                <a:solidFill>
                  <a:srgbClr val="434343"/>
                </a:solidFill>
              </a:rPr>
              <a:t> is a trojan denominated fragtor.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Input Capture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Cryptography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DAS-Security Orcas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a.sinkhole.yourtrap.com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108.177.127.104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54e6ea47eb04634d3e87fd7787e2136ccfbcc80ade34f246a12cf93bab527f6b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